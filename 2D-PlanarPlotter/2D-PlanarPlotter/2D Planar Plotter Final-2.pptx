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github.com/Poojaasharmaa2/2D-Planar-Plot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14400" y="686410"/>
            <a:ext cx="7315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200"/>
              <a:buFont typeface="Calibri"/>
              <a:buNone/>
            </a:pPr>
            <a:r>
              <a:rPr b="1" i="0" lang="en-US" sz="3200" u="sng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ROBOTICS &amp; IT'S APPLICATIONS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371600" y="1471835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sng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2D Planar Plotter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341250" y="1983055"/>
            <a:ext cx="6400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Bridging Digital Image Processing with Parallel Kinematics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0" y="2753145"/>
            <a:ext cx="2743200" cy="411600"/>
          </a:xfrm>
          <a:prstGeom prst="roundRect">
            <a:avLst>
              <a:gd fmla="val 22222" name="adj"/>
            </a:avLst>
          </a:prstGeom>
          <a:solidFill>
            <a:srgbClr val="E8F5E9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200400" y="2753145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 Simulation Achieved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337500" y="3228425"/>
            <a:ext cx="24690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Presented By 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Pooja Sharma - U23CS137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Sadhana - U23AI003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Shashank Vijayvargia - U23EE025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Tanvi Patange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U23CS001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Teja Swaroop - U23AI109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4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4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Statements: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Heading: The Challenge of Automated Precision Drawing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1587943"/>
            <a:ext cx="8412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 Limitations: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Standard CNC machines use rigid, heavy X-Y gantries that are bulky and have high inertia.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Error Accumulation: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Serial robotic arms (like human arms) suffer from cumulative error and vibration at the end-effector.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Objective: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 design a low-inertia, highly rigid drawing robot capable of translating digital vector graphics into physical ink on canvas using a stationary-motor architecture.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Core Concepts Used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5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5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Parallel Kinematics: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Utilizing closed-loop mechanical linkages to distribute physical loads across multiple arms.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Computer Vision / Image Processing: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Extracting discrete continuous paths from static 2D images or vector files.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Inverse Kinematics: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Mathematical translation of Cartesian coordinates (X, Y) into rotational joint angles (θ₁, θ₂).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Embedded Systems / Simulation: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Real-time data streaming between a host machine and MuJoCo physics engine for motion execution.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Mechanism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6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6"/>
          <p:cNvSpPr/>
          <p:nvPr/>
        </p:nvSpPr>
        <p:spPr>
          <a:xfrm>
            <a:off x="365760" y="914400"/>
            <a:ext cx="8412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Architecture: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Two grounded, stationary actuators driving a closed-loop linkage system (5-bar parallel mechanism).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Rigidity: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closed-loop design prevents the "wobble" often found in cantilevered serial arms.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Speed &amp; Agility: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Because the heavy actuators remain fixed to the base, the moving arms are extremely lightweight, drastically reducing inertia.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Singularity Management: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Careful selection of link lengths (L1=0.15m, L2=0.27m, D=0.075m) to maximize the "Work Envelope."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Mathematics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7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Goal: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Find θ₁ and θ₂ for a given Target (X, Y).</a:t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Law of Cosines: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Used to solve the triangles formed by the primary and secondary links.</a:t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Coordinate Transformation: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Mapping the virtual G-code / pixel space to the physical constraints of the robot workspace (metres).</a:t>
            </a:r>
            <a:endParaRPr b="0" i="0" sz="14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IK Implementation: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get_ik_radians(x, y) computes left and right joint angles using arctan2 and arccos for both arms.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Workflow (Implemented)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8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8"/>
          <p:cNvSpPr/>
          <p:nvPr/>
        </p:nvSpPr>
        <p:spPr>
          <a:xfrm>
            <a:off x="411480" y="1197864"/>
            <a:ext cx="347472" cy="347472"/>
          </a:xfrm>
          <a:prstGeom prst="ellipse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411480" y="11978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914400" y="96012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Vectorization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926080" y="96012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PDF/Image → PyMuPDF render (300 DPI) → OpenCV contour detection → pixel (x,y)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8"/>
          <p:cNvCxnSpPr/>
          <p:nvPr/>
        </p:nvCxnSpPr>
        <p:spPr>
          <a:xfrm>
            <a:off x="411480" y="1764792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8"/>
          <p:cNvSpPr/>
          <p:nvPr/>
        </p:nvSpPr>
        <p:spPr>
          <a:xfrm>
            <a:off x="411480" y="2020824"/>
            <a:ext cx="347472" cy="347472"/>
          </a:xfrm>
          <a:prstGeom prst="ellipse">
            <a:avLst/>
          </a:prstGeom>
          <a:solidFill>
            <a:srgbClr val="C55A11"/>
          </a:solidFill>
          <a:ln cap="flat" cmpd="sng" w="1270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411480" y="20208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914400" y="17830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Path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926080" y="178308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coord_mapper.py scales pixel coords to robot workspace (metres); pipeline.py orchestrates the full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8"/>
          <p:cNvCxnSpPr/>
          <p:nvPr/>
        </p:nvCxnSpPr>
        <p:spPr>
          <a:xfrm>
            <a:off x="411480" y="2587752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8"/>
          <p:cNvSpPr/>
          <p:nvPr/>
        </p:nvSpPr>
        <p:spPr>
          <a:xfrm>
            <a:off x="411480" y="2843784"/>
            <a:ext cx="347472" cy="347472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411480" y="28437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914400" y="260604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IK Computation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926080" y="260604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 sim.py computes inverse kinematics via get_ik_radians(), generating joint angle pairs (ctrl_l, ctrl_r)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8"/>
          <p:cNvCxnSpPr/>
          <p:nvPr/>
        </p:nvCxnSpPr>
        <p:spPr>
          <a:xfrm>
            <a:off x="411480" y="3410712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8"/>
          <p:cNvSpPr/>
          <p:nvPr/>
        </p:nvSpPr>
        <p:spPr>
          <a:xfrm>
            <a:off x="411480" y="3666744"/>
            <a:ext cx="347472" cy="347472"/>
          </a:xfrm>
          <a:prstGeom prst="ellipse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411480" y="36667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914400" y="342900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Simulation &amp; 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2926080" y="342900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MuJoCo physics engine executes motion; Web UI (Flask + HTML) allows PDF drag-drop and live preview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System Architecture (Achieved)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9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9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Simulation (Implemented)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65760" y="1371600"/>
            <a:ext cx="39319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Physics Engine: MuJoCo with custom drawing_bot.xml model (2-arm SCARA geometry)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IK Solver: Python (NumPy) — get_ik_radians() using Law of Cosines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Contour Modes: Polygon (corners) &amp; Dense (smooth curves for circles)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Web UI: Flask + HTML — drag-drop PDF upload, live shape preview, simulation launch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CV Pipeline: PyMuPDF (300 DPI) + OpenCV contour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Physical Hardware (Planned)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4572000" y="1371600"/>
            <a:ext cx="42062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Microcontroller: ESP32 (32-bit, dual-core)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Actuation: 2× NEMA 17 Stepper Motors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Motor Drivers: TMC2209 (SilentStepStick) for micro-stepping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Z-Axis: SG90 Micro-servo for pen lift/drop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Power: 12V DC for motors, isolated 3.3V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9"/>
          <p:cNvCxnSpPr/>
          <p:nvPr/>
        </p:nvCxnSpPr>
        <p:spPr>
          <a:xfrm>
            <a:off x="4361688" y="91440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9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Software Tools &amp; Tech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0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0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Physics Simulation: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MuJoCo — 2-arm robot model defined in drawing_bot.xml; passive viewer for real-time rendering</a:t>
            </a:r>
            <a:endParaRPr b="1" i="0" sz="13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IK &amp; Path Logic: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 (NumPy) — inverse kinematics, path interpolation, transition smoothin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1" i="0" sz="13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CV Pipeline: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OpenCV (contour detection) + PyMuPDF (PDF→image at 300 DPI) + coord_mapper.py for workspace scaling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Web Backend: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Flask + Flask-CORS — REST API serving the full pipeline from upload to simulation launch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Frontend: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HTML/JS — drag-drop PDF UI, shape preview, pipeline status, simulation trigger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Design (Planned):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SolidWorks / Fusion360 for physical linkage CAD; FluidNC / custom C++ firmware for ESP32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Real-World Applications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1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1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Industrial Manufacturing: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PCB plotting, laser engraving, and high-speed water-jet cutting.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High-Speed Pick &amp; Place: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Assembly line sorting (Parallel robots are industry standards for speed).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Medical Robotics: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Surgical systems requiring high rigidity and sub-millimeter repeatable precision.</a:t>
            </a:r>
            <a:endParaRPr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Automated Textiles: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Fabric cutting and leather patterning in fashion tech.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2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2"/>
          <p:cNvSpPr/>
          <p:nvPr/>
        </p:nvSpPr>
        <p:spPr>
          <a:xfrm>
            <a:off x="365760" y="905250"/>
            <a:ext cx="8412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Workspace Constraints: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5-bar linkage has a non-linear, heart-shaped reachable area, unlike a standard rectangular CNC grid.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Singularity Zones: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Specific arm configurations can cause the motors to "lock" or lose precision if the IK math isn't clipped.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Simulation Only: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Physical hardware (ESP32, NEMA 17 motors, TMC2209 drivers) not yet assembled; simulation validates the IK and pipeline.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Trace Limit: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MuJoCo viewer currently renders up to 1000 trace spheres; long drawings require chunked rendering.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Open-Loop Design: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real-time position feedback — if a motor skips a step under high speed, errors accumulate.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Future Scope &amp; Improvements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3"/>
          <p:cNvCxnSpPr/>
          <p:nvPr/>
        </p:nvCxnSpPr>
        <p:spPr>
          <a:xfrm>
            <a:off x="0" y="841248"/>
            <a:ext cx="9144000" cy="0"/>
          </a:xfrm>
          <a:prstGeom prst="straightConnector1">
            <a:avLst/>
          </a:prstGeom>
          <a:noFill/>
          <a:ln cap="flat" cmpd="sng" w="3175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3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Physical Build: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Assemble the ESP32 + NEMA 17 + TMC2209 + SG90 hardware; flash FluidNC / custom C++ firmware.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Closed-Loop Feedback: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 rotary encoders to detect and correct skipped motor steps in real-time.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IoT Integration: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Upgrade to wireless Web-UI control using the ESP32's onboard Wi-Fi; replace USB serial streaming.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Auto-Calibration: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 limit switches for automatic homing sequences and workspace boundary detection.</a:t>
            </a:r>
            <a:endParaRPr sz="13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Multi-Tool Head: 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Swap the pen for a laser diode or a 3D printer extruder for multi-material capability.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3657600" y="4754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SVNIT Surat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14"/>
          <p:cNvCxnSpPr/>
          <p:nvPr/>
        </p:nvCxnSpPr>
        <p:spPr>
          <a:xfrm>
            <a:off x="0" y="502920"/>
            <a:ext cx="9144000" cy="0"/>
          </a:xfrm>
          <a:prstGeom prst="straightConnector1">
            <a:avLst/>
          </a:prstGeom>
          <a:noFill/>
          <a:ln cap="flat" cmpd="sng" w="50800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4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1828800" y="2926075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lang="en-US" sz="1200"/>
              <a:t>GitHub: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2D_plannerPlotter_GitHub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